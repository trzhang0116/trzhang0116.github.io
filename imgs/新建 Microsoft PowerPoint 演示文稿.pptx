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4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847B-B21C-4E47-9286-99BEC2F32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D51A3-C282-452C-830D-8156FA5DB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8B73D-4F6A-4C9F-B967-B95C7426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968C7-8A7F-45F7-B7B8-3475DB7A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3E2DC-462E-47C3-BBF7-832733BD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3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059F4-5624-45C1-BA4B-D2FEE413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9CB18-C0D1-495D-B0ED-29B7D82C2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549D-3EDA-47AF-8F84-01528137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E0D22-76BF-475D-9C12-1AB1AB36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58968-B32C-449A-B380-B5C5265A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99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6F4E-5A19-4659-A9A3-52EF5346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8B65A-2740-4E46-B580-D06088447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55DB5-D93D-487F-A214-C1F55B86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2CAEE-DE97-4773-8CD9-DCF1D4C09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7725A-BDD1-4A1F-9803-4AD3C8A0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0224-BD01-4B8A-9E31-3E2B22520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7AE25-8784-4CD3-81C0-FEC759FB8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5282D-20C5-4F66-A293-CB4F87A57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00AF6-F115-4576-8A0E-1EB5E351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C6F15-7256-4BF9-A91A-BB551971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D7C65-FB02-4017-9C8D-E38B294C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48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55EF-40DA-45B9-ABEC-2D77582EF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922C4-B8C7-4E74-A864-96D333453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B77F9-B440-428E-9AD4-0C99F1F42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83883-D61D-43F1-99BF-EA2A27409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61218-9E65-44F6-9F5C-92AD6EF4F9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68E8C4-5109-4D7F-9703-DDCF8651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7EFC1A-7902-4D4A-B093-FEBA0F26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B488D-C0F3-4CE2-BBBD-02351DB5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9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F783-C6A2-4E99-965D-58983F3F9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81A11-5641-4EA7-B4BF-B949CB6E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E6992-A1F3-45CA-AB27-97B433F71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E1FB0-71D2-46C1-BA77-4C581CC0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483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33E306-D02A-4BB9-AB7E-4381AA70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06D14-AE7C-43B2-BC93-C1BDAA99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8EF47-2186-4DDA-AABE-89AF5F51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60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C6BE-025A-4154-BC5E-CE345170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36AD2-3677-4C65-A2CB-752310487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EBAE3-3237-4811-B3B1-6972B0210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6A71E-26EA-4791-BDCF-5BD29B25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5344E-56B5-4E96-9817-DEBD4461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668FF-5E1E-493F-9C21-3B747A30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7F83-2C5A-475E-8FD1-B3225067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6F4A6-9E9E-48E8-980C-43C50536E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55067-849B-40C7-B057-18B33CAC7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571B9-09EB-4C90-AB5A-0FAB7CB4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01705-34A1-4C5F-BA4A-3AE4E384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D29E1-8136-45D5-814C-96BB14F7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10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D909-F503-42D3-96B9-0F21031E8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62C05-4D45-41CC-9A34-7129F4240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D631F-6C64-4515-BBAF-7EDF58ACF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DE715-7347-46FB-8F79-38797A94A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C8BA9-E4A5-4B0A-9686-05615549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95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6C68A-DCBD-438C-86C0-22B923418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401D7-62B7-4BDE-9F60-DADC8155B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51286-66DD-460B-A6F5-6746E075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B28F2-EE1C-41CA-A205-E3165A7CD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F5B49-3E91-4EBF-A31A-2B84E1A3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21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5EE08-F9F2-4395-BE98-032C4B03E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3361A-A368-4237-9F3E-90B1D1900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39837-2C7F-4D1E-AEA7-9C9BD9339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AD973-DBBF-4795-815F-818928B716EB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E2900-F251-447D-80EB-3DD205D6B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3AB32-CB54-4925-9B3F-37C47D894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6ECFA-4C86-4E65-BD2E-0F417262B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79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99DCA7-210A-4713-A3AB-71E681B02D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7" t="19599" r="22943" b="19364"/>
          <a:stretch/>
        </p:blipFill>
        <p:spPr>
          <a:xfrm>
            <a:off x="2992120" y="1292858"/>
            <a:ext cx="4185920" cy="418592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8472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章 天任</dc:creator>
  <cp:lastModifiedBy>章 天任</cp:lastModifiedBy>
  <cp:revision>1</cp:revision>
  <dcterms:created xsi:type="dcterms:W3CDTF">2025-02-12T11:29:57Z</dcterms:created>
  <dcterms:modified xsi:type="dcterms:W3CDTF">2025-02-12T11:33:59Z</dcterms:modified>
</cp:coreProperties>
</file>